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EF23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23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AE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AE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10–30%</c:v>
                  </c:pt>
                  <c:pt idx="1">
                    <c:v>30–50%</c:v>
                  </c:pt>
                  <c:pt idx="2">
                    <c:v>50–70%</c:v>
                  </c:pt>
                  <c:pt idx="3">
                    <c:v>70–90%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99.2</c:v>
                </c:pt>
                <c:pt idx="1">
                  <c:v>0</c:v>
                </c:pt>
                <c:pt idx="2">
                  <c:v>0</c:v>
                </c:pt>
                <c:pt idx="3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E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C355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E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84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0077A8">
              <a:alpha val="18000"/>
            </a:srgbClr>
          </a:solidFill>
          <a:ln w="12700">
            <a:solidFill>
              <a:srgbClr val="0077A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182880"/>
            <a:ext cx="2011680" cy="201168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ADVANCED RESOURCE SCHEDULER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Scheduling Engine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Systems Approach to 5G/6G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Resource Allocation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2651760" cy="384048"/>
          </a:xfrm>
          <a:prstGeom prst="roundRect">
            <a:avLst/>
          </a:prstGeom>
          <a:solidFill>
            <a:srgbClr val="1C3553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80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Consensus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64992" y="2880360"/>
            <a:ext cx="2651760" cy="384048"/>
          </a:xfrm>
          <a:prstGeom prst="roundRect">
            <a:avLst/>
          </a:prstGeom>
          <a:solidFill>
            <a:srgbClr val="1C3553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2880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 Reinforcement Learning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2784" y="2880360"/>
            <a:ext cx="2651760" cy="384048"/>
          </a:xfrm>
          <a:prstGeom prst="roundRect">
            <a:avLst/>
          </a:prstGeom>
          <a:solidFill>
            <a:srgbClr val="1C3553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2880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Two-Timescale Orchestration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9087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 Course · Group 30 · University of Oulu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One Radio, Three Incompatible Demands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static resource allocation fails in 5G/6G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2651760" cy="2331720"/>
          </a:xfrm>
          <a:prstGeom prst="rect">
            <a:avLst/>
          </a:prstGeom>
          <a:solidFill>
            <a:srgbClr val="132843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64008" cy="2331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0789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" y="15087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Mobile Broadband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1828800"/>
            <a:ext cx="2286000" cy="27432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901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Gbps DL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" y="22402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data, video streaming, heavily downlink-heavy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1024128"/>
            <a:ext cx="2651760" cy="2331720"/>
          </a:xfrm>
          <a:prstGeom prst="rect">
            <a:avLst/>
          </a:prstGeom>
          <a:solidFill>
            <a:srgbClr val="132843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024128"/>
            <a:ext cx="64008" cy="2331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0789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83280" y="15087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Ultra-Reliable Low-Latency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1828800"/>
            <a:ext cx="2286000" cy="27432"/>
          </a:xfrm>
          <a:prstGeom prst="rect">
            <a:avLst/>
          </a:prstGeom>
          <a:solidFill>
            <a:srgbClr val="FFB703">
              <a:alpha val="40000"/>
            </a:srgbClr>
          </a:solidFill>
          <a:ln w="12700">
            <a:solidFill>
              <a:srgbClr val="FFB703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901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ms latency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2402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robots, autonomous vehicles — timing critical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17336" y="1024128"/>
            <a:ext cx="2651760" cy="2331720"/>
          </a:xfrm>
          <a:prstGeom prst="rect">
            <a:avLst/>
          </a:prstGeom>
          <a:solidFill>
            <a:srgbClr val="132843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17336" y="1024128"/>
            <a:ext cx="64008" cy="2331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1928" y="10789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mMTC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81928" y="15087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Machine-Type Comms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81928" y="1828800"/>
            <a:ext cx="2286000" cy="27432"/>
          </a:xfrm>
          <a:prstGeom prst="rect">
            <a:avLst/>
          </a:prstGeom>
          <a:solidFill>
            <a:srgbClr val="06D6A0">
              <a:alpha val="40000"/>
            </a:srgbClr>
          </a:solidFill>
          <a:ln w="1270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1901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devices/km²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81928" y="224028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sensors, bursty small uplink packets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493008"/>
            <a:ext cx="8503920" cy="914400"/>
          </a:xfrm>
          <a:prstGeom prst="rect">
            <a:avLst/>
          </a:prstGeom>
          <a:solidFill>
            <a:srgbClr val="1A0A10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493008"/>
            <a:ext cx="64008" cy="9144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478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Clash: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920240" y="3547872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services share ONE physical spectrum. They cannot transmit simultaneously — signals collide and destroy each other. A single static policy cannot efficiently serve all three at once. This is the core scheduling problem.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Three-Tier O-RAN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Unit → Distributed Unit → Centralized Unit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5120640" cy="1097280"/>
          </a:xfrm>
          <a:prstGeom prst="rect">
            <a:avLst/>
          </a:prstGeom>
          <a:solidFill>
            <a:srgbClr val="132843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64008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424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CLOUD TIER  (CU)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Non-RT RIC · 10 s loop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1042416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Analytics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Policy Engine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5120640" cy="1097280"/>
          </a:xfrm>
          <a:prstGeom prst="rect">
            <a:avLst/>
          </a:prstGeom>
          <a:solidFill>
            <a:srgbClr val="132843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04288"/>
            <a:ext cx="64008" cy="10972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591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EDGE TIER    (DU)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6883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Near-RT RIC · 100 ms loop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359152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Cluster (3 nodes)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 Agent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Fair Scheduler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621024"/>
            <a:ext cx="5120640" cy="1097280"/>
          </a:xfrm>
          <a:prstGeom prst="rect">
            <a:avLst/>
          </a:prstGeom>
          <a:solidFill>
            <a:srgbClr val="132843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21024"/>
            <a:ext cx="64008" cy="10972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758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RADIO TIER   (RU)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0050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 · 100 ms sim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67588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Station Simulator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UEs · path loss · CQI/SINR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traffic per slice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" y="2084832"/>
            <a:ext cx="0" cy="219456"/>
          </a:xfrm>
          <a:prstGeom prst="line">
            <a:avLst/>
          </a:prstGeom>
          <a:noFill/>
          <a:ln w="31750">
            <a:solidFill>
              <a:srgbClr val="00B4D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868680" y="21031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Policy updates (10 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3401568"/>
            <a:ext cx="0" cy="219456"/>
          </a:xfrm>
          <a:prstGeom prst="line">
            <a:avLst/>
          </a:prstGeom>
          <a:noFill/>
          <a:ln w="31750">
            <a:solidFill>
              <a:srgbClr val="06D6A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868680" y="34198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gRPC stream (100 ms)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0" y="987552"/>
            <a:ext cx="3154680" cy="3730752"/>
          </a:xfrm>
          <a:prstGeom prst="rect">
            <a:avLst/>
          </a:prstGeom>
          <a:solidFill>
            <a:srgbClr val="132843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06440" y="104241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Two-Timescale Control Loop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06440" y="1481328"/>
            <a:ext cx="2852928" cy="1389888"/>
          </a:xfrm>
          <a:prstGeom prst="rect">
            <a:avLst/>
          </a:prstGeom>
          <a:solidFill>
            <a:srgbClr val="0D1F38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806440" y="1481328"/>
            <a:ext cx="64008" cy="13898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153619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Loop — 100 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89320" y="1865376"/>
            <a:ext cx="2542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 infers TDD split 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Prop. Fair allocates PRBs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ScheduleDecision → simulator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06440" y="3054096"/>
            <a:ext cx="2852928" cy="1389888"/>
          </a:xfrm>
          <a:prstGeom prst="rect">
            <a:avLst/>
          </a:prstGeom>
          <a:solidFill>
            <a:srgbClr val="0D1F3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06440" y="3054096"/>
            <a:ext cx="64008" cy="13898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310896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Loop — 10 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89320" y="3438144"/>
            <a:ext cx="2542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aggregates telemetry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detects starvation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QoS weights to DU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06440" y="457200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αDL + αUL = 1  (physics)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Consensus: Fault-Tolerant Scheduling Authority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zero-dependency implementation · 282 lines · Python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3931920" cy="932688"/>
          </a:xfrm>
          <a:prstGeom prst="rect">
            <a:avLst/>
          </a:prstGeom>
          <a:solidFill>
            <a:srgbClr val="0A1A2E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64008" cy="932688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41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Without Raft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29844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DU nodes both believe they are leader → both issue PRB assignments → same spectrum slot assigned to two UEs → signals collide → nobody gets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3931920" cy="2331720"/>
          </a:xfrm>
          <a:prstGeom prst="rect">
            <a:avLst/>
          </a:prstGeom>
          <a:solidFill>
            <a:srgbClr val="132843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0848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450592"/>
            <a:ext cx="1024128" cy="347472"/>
          </a:xfrm>
          <a:prstGeom prst="rect">
            <a:avLst/>
          </a:prstGeom>
          <a:solidFill>
            <a:srgbClr val="1C3553"/>
          </a:solidFill>
          <a:ln w="19050">
            <a:solidFill>
              <a:srgbClr val="8BAE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5059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4871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Passive. Receives heartbeats.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026664"/>
            <a:ext cx="1024128" cy="347472"/>
          </a:xfrm>
          <a:prstGeom prst="rect">
            <a:avLst/>
          </a:prstGeom>
          <a:solidFill>
            <a:srgbClr val="1C3553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2666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063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out. Soliciting votes.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602736"/>
            <a:ext cx="1024128" cy="347472"/>
          </a:xfrm>
          <a:prstGeom prst="rect">
            <a:avLst/>
          </a:prstGeom>
          <a:solidFill>
            <a:srgbClr val="1C3553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0273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27632" y="36393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all scheduling requests.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34840" y="987552"/>
            <a:ext cx="4389120" cy="3374136"/>
          </a:xfrm>
          <a:prstGeom prst="rect">
            <a:avLst/>
          </a:prstGeom>
          <a:solidFill>
            <a:srgbClr val="132843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17720" y="10424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Guarantees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1426464"/>
            <a:ext cx="64008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44475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one leader per term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170078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requires majority votes  &gt;  ⌊n/2⌋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2176272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19456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Matching Property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73168" y="245059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index + term ⟹ identical prefix. No divergent histories.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2926080"/>
            <a:ext cx="64008" cy="56692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94436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 n =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320040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⌊(3−1)/2⌋ = 1 simultaneous failure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3675888"/>
            <a:ext cx="64008" cy="566928"/>
          </a:xfrm>
          <a:prstGeom prst="rect">
            <a:avLst/>
          </a:prstGeom>
          <a:solidFill>
            <a:srgbClr val="8BAEC8"/>
          </a:solidFill>
          <a:ln w="12700">
            <a:solidFill>
              <a:srgbClr val="8BAE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69417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Re-election ≤ 300 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73168" y="395020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gap bounded. Safer than risking double-allocation.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462272"/>
            <a:ext cx="8503920" cy="457200"/>
          </a:xfrm>
          <a:prstGeom prst="rect">
            <a:avLst/>
          </a:prstGeom>
          <a:solidFill>
            <a:srgbClr val="1C3553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4480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timeout: 150–300 ms (randomized)   |   Heartbeat: 50 ms   |   RPC timeout: 100 ms   |   Cluster: 3 nodes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Scheduling + DDPG: What the AI Actually Decides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per epoch. Everything else is deterministic.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160520" cy="1874520"/>
          </a:xfrm>
          <a:prstGeom prst="rect">
            <a:avLst/>
          </a:prstGeom>
          <a:solidFill>
            <a:srgbClr val="132843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64008" cy="18745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41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TDD?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frequency band, alternating direction in time.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station and UEs cannot transmit simultaneously 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both try, signals collide and neither gets data.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3749040" cy="502920"/>
          </a:xfrm>
          <a:prstGeom prst="rect">
            <a:avLst/>
          </a:prstGeom>
          <a:solidFill>
            <a:srgbClr val="1C3553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20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αDL  +  αUL  =  1    (always, by physics)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578608"/>
            <a:ext cx="4160520" cy="1170432"/>
          </a:xfrm>
          <a:prstGeom prst="rect">
            <a:avLst/>
          </a:prstGeom>
          <a:solidFill>
            <a:srgbClr val="132843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78608"/>
            <a:ext cx="64008" cy="11704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33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 outputs ONE number: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926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α̂DL ∈ (0.1, 0.9)  →  fraction of slots for Downlink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218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Uplink gets the rest automatically: αUL = 1 − α̂DL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987552"/>
            <a:ext cx="4160520" cy="2761488"/>
          </a:xfrm>
          <a:prstGeom prst="rect">
            <a:avLst/>
          </a:prstGeom>
          <a:solidFill>
            <a:srgbClr val="132843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28032" y="104241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 Decision Pipeline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28032" y="1499616"/>
            <a:ext cx="310896" cy="3108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30368" y="148132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s_t  (4D)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0368" y="1755648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[avg DL buffer, avg UL buffer,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CQI, avg SINR]  normalized 0→1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28032" y="2249424"/>
            <a:ext cx="310896" cy="31089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30368" y="223113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 π_θ(s_t)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0368" y="2505456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4→256→256→1 network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output → rescaled to (0.1, 0.9)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28032" y="2999232"/>
            <a:ext cx="310896" cy="31089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30368" y="298094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Prop. Fair Allocator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0368" y="325526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α̂, splits 100 PRBs across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UEs by demand × channel quality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858768"/>
            <a:ext cx="4160520" cy="841248"/>
          </a:xfrm>
          <a:prstGeom prst="rect">
            <a:avLst/>
          </a:prstGeom>
          <a:solidFill>
            <a:srgbClr val="0A1A2E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858768"/>
            <a:ext cx="64008" cy="841248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9136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41879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r_t = −(DL starving UEs + UL starving UEs) / 10000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3858768"/>
            <a:ext cx="4160520" cy="841248"/>
          </a:xfrm>
          <a:prstGeom prst="rect">
            <a:avLst/>
          </a:prstGeom>
          <a:solidFill>
            <a:srgbClr val="1C3553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" y="39136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α̂ = 0.7 with 100 PRBs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4169664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PRBs → DL  |  30 PRBs → UL  |  Alice (CQI 12): 6 PRBs = 504 B  |  Bob (CQI 3): 1 PRB = 21 B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+ Two-Timescale Orchestration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pipeline · Cloud ↔ Edge policy feedback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069080" cy="3200400"/>
          </a:xfrm>
          <a:prstGeom prst="rect">
            <a:avLst/>
          </a:prstGeom>
          <a:solidFill>
            <a:srgbClr val="132843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64008" cy="3200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424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Analytics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JSONL telemetry logs  (2+ GB per run)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8836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Tumbling windows  Δw = 10 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slice: eMBB · URLLC · mMTC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7249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avg CQI · total DL demand · PRBs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455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 slice_stats.csv  → Cloud Orchestrator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4279392"/>
            <a:ext cx="4069080" cy="475488"/>
          </a:xfrm>
          <a:prstGeom prst="rect">
            <a:avLst/>
          </a:prstGeom>
          <a:solidFill>
            <a:srgbClr val="1C3553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43159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T̄(s,k) = (1/|Wk|) · Σ_{t∈Wk} Σ_{i:slice(i)=s} d(i,t)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987552"/>
            <a:ext cx="4251960" cy="3767328"/>
          </a:xfrm>
          <a:prstGeom prst="rect">
            <a:avLst/>
          </a:prstGeom>
          <a:solidFill>
            <a:srgbClr val="132843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36592" y="104241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Timescales?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36592" y="1463040"/>
            <a:ext cx="3913632" cy="1444752"/>
          </a:xfrm>
          <a:prstGeom prst="rect">
            <a:avLst/>
          </a:prstGeom>
          <a:solidFill>
            <a:srgbClr val="0D1F38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1463040"/>
            <a:ext cx="64008" cy="14447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5179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 ·  100 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18470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DDPG inference: &lt;1 ms on CPU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9472" y="21671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PRB allocation: deterministic math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9472" y="24871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Must respond before next epoch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36592" y="3035808"/>
            <a:ext cx="3913632" cy="1444752"/>
          </a:xfrm>
          <a:prstGeom prst="rect">
            <a:avLst/>
          </a:prstGeom>
          <a:solidFill>
            <a:srgbClr val="0D1F3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3035808"/>
            <a:ext cx="64008" cy="14447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0906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 ·  10 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34198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Raw telemetry too noisy to act on directly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37398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 s window smooths burst noise → real trends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19472" y="40599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Cloud can tolerate network round trip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4626864"/>
            <a:ext cx="4251960" cy="475488"/>
          </a:xfrm>
          <a:prstGeom prst="rect">
            <a:avLst/>
          </a:prstGeom>
          <a:solidFill>
            <a:srgbClr val="1C3553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36592" y="4663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loop sets policy weights.  Fast loop executes within them.  Never blocking each other.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scheduling epochs · Intel i7 CPU · 3-node Raft cluster · 20 UEs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965960" cy="960120"/>
          </a:xfrm>
          <a:prstGeom prst="rect">
            <a:avLst/>
          </a:prstGeom>
          <a:solidFill>
            <a:srgbClr val="132843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64008" cy="9601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966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100.94 ms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scheduling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(±0.38ms)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960120"/>
            <a:ext cx="1965960" cy="960120"/>
          </a:xfrm>
          <a:prstGeom prst="rect">
            <a:avLst/>
          </a:prstGeom>
          <a:solidFill>
            <a:srgbClr val="132843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96012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9966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33472" y="1508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PRB utilization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slices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72584" y="960120"/>
            <a:ext cx="1965960" cy="960120"/>
          </a:xfrm>
          <a:prstGeom prst="rect">
            <a:avLst/>
          </a:prstGeom>
          <a:solidFill>
            <a:srgbClr val="132843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2584" y="960120"/>
            <a:ext cx="64008" cy="9601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9966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≤300 ms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09744" y="1508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re-election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48856" y="960120"/>
            <a:ext cx="1965960" cy="960120"/>
          </a:xfrm>
          <a:prstGeom prst="rect">
            <a:avLst/>
          </a:prstGeom>
          <a:solidFill>
            <a:srgbClr val="132843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48856" y="960120"/>
            <a:ext cx="64008" cy="960120"/>
          </a:xfrm>
          <a:prstGeom prst="rect">
            <a:avLst/>
          </a:prstGeom>
          <a:solidFill>
            <a:srgbClr val="8BAEC8"/>
          </a:solidFill>
          <a:ln w="12700">
            <a:solidFill>
              <a:srgbClr val="8BAE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6016" y="9966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86016" y="1508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decisions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experiment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084832"/>
            <a:ext cx="4069080" cy="2670048"/>
          </a:xfrm>
          <a:prstGeom prst="rect">
            <a:avLst/>
          </a:prstGeom>
          <a:solidFill>
            <a:srgbClr val="132843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21396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Starvation by Slice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87168"/>
          <a:ext cx="3886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1005840"/>
                <a:gridCol w="960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 Starv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 Starv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URLLC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mMTC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3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3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320040" y="4663440"/>
            <a:ext cx="4069080" cy="475488"/>
          </a:xfrm>
          <a:prstGeom prst="rect">
            <a:avLst/>
          </a:prstGeom>
          <a:solidFill>
            <a:srgbClr val="1A0A10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0040" y="4663440"/>
            <a:ext cx="64008" cy="475488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4690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collapse: 99.2% of decisions in α = 10–30% range. Caused by symmetric reward under UL-heavy load. Future: constrained RL.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72000" y="2084832"/>
            <a:ext cx="4251960" cy="2331720"/>
          </a:xfrm>
          <a:prstGeom prst="rect">
            <a:avLst/>
          </a:prstGeom>
          <a:solidFill>
            <a:srgbClr val="132843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736592" y="21396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DL Ratio Distribution</a:t>
            </a:r>
            <a:endParaRPr lang="en-US" sz="12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4617720" y="2450592"/>
          <a:ext cx="41605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7"/>
          <p:cNvSpPr/>
          <p:nvPr/>
        </p:nvSpPr>
        <p:spPr>
          <a:xfrm>
            <a:off x="4572000" y="4480560"/>
            <a:ext cx="4251960" cy="658368"/>
          </a:xfrm>
          <a:prstGeom prst="rect">
            <a:avLst/>
          </a:prstGeom>
          <a:solidFill>
            <a:srgbClr val="132843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4736592" y="451713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Raft: Unit tests pass deterministically across 100 runs. Re-election completes within 300 ms upper bound in all tested cases.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Demo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· localhost:5173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5486400" cy="3520440"/>
          </a:xfrm>
          <a:prstGeom prst="rect">
            <a:avLst/>
          </a:prstGeom>
          <a:solidFill>
            <a:srgbClr val="0B1E3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987552"/>
            <a:ext cx="54864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LIVE DEMO ]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4160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browser → localhost:5173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89320" y="987552"/>
            <a:ext cx="2834640" cy="3520440"/>
          </a:xfrm>
          <a:prstGeom prst="rect">
            <a:avLst/>
          </a:prstGeom>
          <a:solidFill>
            <a:srgbClr val="132843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44768" y="10424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Checklist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44768" y="1426464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144475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91072" y="166420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RUs → 5 DUs → CU-Core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utilization on links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44768" y="2039112"/>
            <a:ext cx="54864" cy="4389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205740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Consensus View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91072" y="227685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logs scrolling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term counter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44768" y="2651760"/>
            <a:ext cx="54864" cy="43891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2670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 Training Monitor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91072" y="288950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loss + reward curves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 Evaluate mode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44768" y="3264408"/>
            <a:ext cx="54864" cy="438912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328269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Workload Spike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91072" y="350215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Raft log react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 penalizes reward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44768" y="3877056"/>
            <a:ext cx="54864" cy="438912"/>
          </a:xfrm>
          <a:prstGeom prst="rect">
            <a:avLst/>
          </a:prstGeom>
          <a:solidFill>
            <a:srgbClr val="8BAEC8"/>
          </a:solidFill>
          <a:ln w="12700">
            <a:solidFill>
              <a:srgbClr val="8BAE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389534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Allocation chart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91072" y="411480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eMBB dominates PRBs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mMTC gets minimal share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Anticipated Q&amp;A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1078992"/>
          </a:xfrm>
          <a:prstGeom prst="rect">
            <a:avLst/>
          </a:prstGeom>
          <a:solidFill>
            <a:srgbClr val="132843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64008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91440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8961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Raft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1188720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Zero-dependency, 282-line Python. Validated: 100 deterministic test runs. Re-election ≤ 300 ms.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160520" cy="1078992"/>
          </a:xfrm>
          <a:prstGeom prst="rect">
            <a:avLst/>
          </a:prstGeom>
          <a:solidFill>
            <a:srgbClr val="132843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04672"/>
            <a:ext cx="64008" cy="10789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9472" y="914400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76672" y="8961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 Scheduling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76672" y="1188720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 mean-field state. CPU-viable inference &lt; 1 ms. Honest finding: policy collapse under symmetric reward.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011680"/>
            <a:ext cx="4160520" cy="1078992"/>
          </a:xfrm>
          <a:prstGeom prst="rect">
            <a:avLst/>
          </a:prstGeom>
          <a:solidFill>
            <a:srgbClr val="132843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011680"/>
            <a:ext cx="64008" cy="107899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" y="2121408"/>
            <a:ext cx="347472" cy="34747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41832" y="210312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O-RAN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1832" y="239572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microservices, gRPC streaming, Spark analytics, React dashboard. 99.8% PRB utilization.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011680"/>
            <a:ext cx="4160520" cy="1078992"/>
          </a:xfrm>
          <a:prstGeom prst="rect">
            <a:avLst/>
          </a:prstGeom>
          <a:solidFill>
            <a:srgbClr val="132843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011680"/>
            <a:ext cx="64008" cy="1078992"/>
          </a:xfrm>
          <a:prstGeom prst="rect">
            <a:avLst/>
          </a:prstGeom>
          <a:solidFill>
            <a:srgbClr val="8BAEC8"/>
          </a:solidFill>
          <a:ln w="12700">
            <a:solidFill>
              <a:srgbClr val="8BAE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9472" y="2121408"/>
            <a:ext cx="347472" cy="347472"/>
          </a:xfrm>
          <a:prstGeom prst="ellipse">
            <a:avLst/>
          </a:prstGeom>
          <a:solidFill>
            <a:srgbClr val="8BAEC8"/>
          </a:solidFill>
          <a:ln w="12700">
            <a:solidFill>
              <a:srgbClr val="8BAE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76672" y="210312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Two-Timescale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76672" y="2395728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ms edge fast loop + 10 s cloud slow loop. Decoupled — no blocking between timescales.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310128"/>
            <a:ext cx="8503920" cy="1554480"/>
          </a:xfrm>
          <a:prstGeom prst="rect">
            <a:avLst/>
          </a:prstGeom>
          <a:solidFill>
            <a:srgbClr val="1C3553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364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Q&amp;A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36758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not fix TDD at 0.5?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9319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split wastes capacity when traffic is asymmetric — common in real workloads (eMBB is heavily DL-heavy).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19272" y="36758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Raft overkill for 3 nodes?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19272" y="39319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nodes is minimum for majority consensus (tolerates 1 failure). Demonstrates the algorithm correctly; production uses 5–9.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35624" y="36758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is starvation so high?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35624" y="39319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collapse to low α means only ~10 DL PRBs shared by 20 UEs. Root cause is reward engineering, not the allocator.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30  ·  Distributed Systems  ·  University of Oulu  ·  github.com/namvdo/edge-scheduling-engine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Scheduling Engine – 5G/6G Distributed Systems</dc:title>
  <dc:subject>PptxGenJS Presentation</dc:subject>
  <dc:creator>PptxGenJS</dc:creator>
  <cp:lastModifiedBy>PptxGenJS</cp:lastModifiedBy>
  <cp:revision>1</cp:revision>
  <dcterms:created xsi:type="dcterms:W3CDTF">2026-03-06T17:31:48Z</dcterms:created>
  <dcterms:modified xsi:type="dcterms:W3CDTF">2026-03-06T17:31:48Z</dcterms:modified>
</cp:coreProperties>
</file>